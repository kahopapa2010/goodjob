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3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操業日報のデータ化プロジェクト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Excel日報から JUST.DB へ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移行を成功させる進め方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3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入力はJUST.DB、閲覧はブラウザ＋Excel ─ 小さく始めて確実に定着させる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329184" cy="329184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40690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40690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40690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40690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40690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5468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40690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40690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6052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3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0 → 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結論：閲覧は「用途で使い分け」る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ブラウザとExcelのどちらか一方に決める必要はありません。用途で役割を分けます。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72768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ブラウザ（JUST.DB）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56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基本の閲覧方法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日々の生産数・不良率・停止時間を確認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ファイルを開かず常に最新データ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一覧・集計・グラフをブックマーク共有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スマホ・タブレットからも確認できる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572768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956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分析用の補助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51460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月次分析・独自のグラフ作成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CSV出力して取り込む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ピボット入りの定型ファイルを用意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将来はAPI連携で自動取得も検討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成功のカギ：考え方を切り替える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今のExcel ＝ 見た目（帳票）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07592" y="164592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07592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9384" y="164592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9384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51176" y="164592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1176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164592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72968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192024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1920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1号機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07592" y="192024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07592" y="1920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9384" y="192024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29384" y="1920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498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51176" y="192024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51176" y="1920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192024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72968" y="19202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219456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2194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2号機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07592" y="219456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07592" y="2194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9384" y="219456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929384" y="2194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51176" y="219456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51176" y="2194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72968" y="219456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72968" y="21945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" y="2468880"/>
            <a:ext cx="621792" cy="274320"/>
          </a:xfrm>
          <a:prstGeom prst="rect">
            <a:avLst/>
          </a:prstGeom>
          <a:solidFill>
            <a:srgbClr val="DDE6EB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24688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3号機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07592" y="246888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307592" y="24688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615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29384" y="246888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929384" y="24688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51176" y="246888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51176" y="24688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588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72968" y="2468880"/>
            <a:ext cx="62179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172968" y="24688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日付が横に並ぶ・結合セル・表記ゆれ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60520" y="1965960"/>
            <a:ext cx="731520" cy="411480"/>
          </a:xfrm>
          <a:prstGeom prst="rightArrow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0" y="10058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2578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JUST.DB ＝ データ（1件＝1行）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257800" y="1645920"/>
            <a:ext cx="914400" cy="274320"/>
          </a:xfrm>
          <a:prstGeom prst="rect">
            <a:avLst/>
          </a:prstGeom>
          <a:solidFill>
            <a:srgbClr val="0E7C86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57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日付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1645920"/>
            <a:ext cx="1005840" cy="274320"/>
          </a:xfrm>
          <a:prstGeom prst="rect">
            <a:avLst/>
          </a:prstGeom>
          <a:solidFill>
            <a:srgbClr val="0E7C86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7220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設備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78040" y="1645920"/>
            <a:ext cx="914400" cy="274320"/>
          </a:xfrm>
          <a:prstGeom prst="rect">
            <a:avLst/>
          </a:prstGeom>
          <a:solidFill>
            <a:srgbClr val="0E7C86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17804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生産数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57800" y="19202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2578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9/1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72200" y="19202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17220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1号機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78040" y="19202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17804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57800" y="21945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2578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9/1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72200" y="21945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17220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2号機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178040" y="21945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17804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410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257800" y="24688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25780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9/2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172200" y="246888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17220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1号機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178040" y="24688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1780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498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525780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縦に積み上げる → 集計・グラフは自動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3152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よくある失敗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2194560" y="376732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今のExcelの見た目をそのままJUST.DBで再現しようとすること。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帳票の形は後から出力で作れます。まずは「データの形」を正しく作ることを優先します。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全体ロードマップ（目安：約3〜4か月）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71550" y="1874520"/>
            <a:ext cx="7200900" cy="0"/>
          </a:xfrm>
          <a:prstGeom prst="line">
            <a:avLst/>
          </a:prstGeom>
          <a:noFill/>
          <a:ln w="25400">
            <a:solidFill>
              <a:srgbClr val="C9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5518" y="1618488"/>
            <a:ext cx="512064" cy="51206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55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目的・体制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を決める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1週間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44218" y="1618488"/>
            <a:ext cx="512064" cy="51206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442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41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Excel日報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の棚卸し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224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1〜2週間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72918" y="1618488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29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5328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テーブル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511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1週間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01618" y="1618488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016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5615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試作・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現場テスト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5798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2週間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30318" y="1618488"/>
            <a:ext cx="512064" cy="512064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303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並行運用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085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2〜4週間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9018" y="1618488"/>
            <a:ext cx="512064" cy="512064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90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6189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本番切替・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データ移行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372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切替日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87718" y="1618488"/>
            <a:ext cx="512064" cy="512064"/>
          </a:xfrm>
          <a:prstGeom prst="ellipse">
            <a:avLst/>
          </a:prstGeom>
          <a:solidFill>
            <a:srgbClr val="7A8B96"/>
          </a:solidFill>
          <a:ln w="12700">
            <a:solidFill>
              <a:srgbClr val="7A8B9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877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6476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閲覧・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Excel連携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659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切替後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16418" y="1618488"/>
            <a:ext cx="512064" cy="512064"/>
          </a:xfrm>
          <a:prstGeom prst="ellipse">
            <a:avLst/>
          </a:prstGeom>
          <a:solidFill>
            <a:srgbClr val="7A8B96"/>
          </a:solidFill>
          <a:ln w="12700">
            <a:solidFill>
              <a:srgbClr val="7A8B9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16418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676388" y="2286000"/>
            <a:ext cx="99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他ラインへ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展開・改善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694676" y="2852928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1〜2か月後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105156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" y="10515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準備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105156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560320" y="10515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つくる・試す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105156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17720" y="10515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切り替える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105156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7A8B96"/>
          </a:solidFill>
          <a:ln w="12700">
            <a:solidFill>
              <a:srgbClr val="7A8B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0" y="10515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広げる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3593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828800" y="359359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最初は「1ライン（1工程）」だけで始め、成功例を作ってから広げます。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本番前（STEP 3まで）に作り直すのは安く、本番後は高くつきます。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目的と範囲、体制を決める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何を良くしたいのか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入力の手間を減らす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転記・再入力をなくす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集計を自動化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18470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手作業の集計をなくす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リアルタイム共有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944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最新状況を全員で共有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4688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ミスをなくす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2944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選択式・入力チェック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03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7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最初の範囲：1ライン（または1工程）の日報だけ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体制（3つの役割）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444752"/>
            <a:ext cx="548640" cy="5486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推進責任者（1名）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全体の判断・スケジュール管理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313432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現場キーパーソン（1〜2名）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入力者代表。使いやすさを判断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182112"/>
            <a:ext cx="548640" cy="54864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閲覧者代表（1名）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管理職。見たい指標を決める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期間の目安：1週間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今のExcel日報を棚卸しする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日報の項目を1つずつ、次の4つに分けます。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28346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分類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JUST.DBでの扱い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入力する項目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日付、シフト、設備No、品番、生産数、不良数、停止時間、停止理由、担当者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入力欄にする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選択肢から選ぶ項目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設備、品番、不良区分、停止理由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マスタを作り、そこから選ぶ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計算で出す項目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良品数、不良率、稼働率、月累計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計算・集計で出す（入力させない）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見た目だけのもの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結合セル、表紙、押印欄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移行しない（必要なら出力で作る）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あわせて確認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38404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表記ゆれが多い項目（「成形機1号」「1号機」「#1」など）を洗い出す。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これがマスタにすべき項目です。（期間の目安：1〜2週間）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テーブルを設計する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基本の形は「1行 ＝ 1日 × 1シフト × 1設備（× 1品番）」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383280" cy="2331720"/>
          </a:xfrm>
          <a:prstGeom prst="roundRect">
            <a:avLst>
              <a:gd name="adj" fmla="val 2353"/>
            </a:avLst>
          </a:prstGeom>
          <a:solidFill>
            <a:srgbClr val="D9EEF0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" y="1335024"/>
            <a:ext cx="3364992" cy="31089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3350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日報明細（メイン）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64792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日付 / シフト / 担当者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設備 → 設備マスタ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品番 → 品番マスタ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生産数 / 不良数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停止時間（分）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停止理由 → 停止理由マスタ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備考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※良品数・不良率は計算項目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C9D6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64024" y="1335024"/>
            <a:ext cx="3913632" cy="31089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13350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設備マスタ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764792"/>
            <a:ext cx="3657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1655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設備No / 設備名 / ライン / 有効フラグ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0" y="2468880"/>
            <a:ext cx="914400" cy="-877824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54880" y="1929384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C9D6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4024" y="1938528"/>
            <a:ext cx="3913632" cy="31089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19385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品番マスタ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368296"/>
            <a:ext cx="3657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2258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品番 / 品名 / 樹脂材料 / 標準サイクル / 取り数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2468880"/>
            <a:ext cx="914400" cy="-27432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2532888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C9D6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64024" y="2542032"/>
            <a:ext cx="3913632" cy="31089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64608" y="25420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停止理由マスタ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2971800"/>
            <a:ext cx="3657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2862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 / 理由 / 区分（計画停止・故障・段取り）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2468880"/>
            <a:ext cx="914400" cy="329184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54880" y="3136392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C9D6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64024" y="3145536"/>
            <a:ext cx="3913632" cy="31089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4608" y="31455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不良区分マスタ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3575304"/>
            <a:ext cx="3657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864608" y="34655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 / 内容（ショート・バリ・ヒケ・異物）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2468880"/>
            <a:ext cx="914400" cy="932688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停止・不良が複数ある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「停止明細」「不良明細」を別テーブルに。列を増やさない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4632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入力チェック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8463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必須項目・数値範囲（例：不良数 ≤ 生産数）をここで決める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試作して、現場で試す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JUST.DBでテーブルと入力フォームを作り、実際に使う場所・人で試します（期間の目安：2週間）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入力側のチェック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現場PC・タブレット・スマホで使えるか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手袋のままでも押せるか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選択肢が多すぎないか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1回の入力に何分かかるか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入力ミスがチェックで止まるか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閲覧側：管理職に見てもらう3画面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83480" y="1965960"/>
            <a:ext cx="457200" cy="45720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947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当日の一覧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21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設備別に今日の状況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2788920"/>
            <a:ext cx="457200" cy="45720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770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日別・設備別の集計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044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生産数・不良率・停止時間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3611880"/>
            <a:ext cx="457200" cy="45720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月間の推移グラフ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867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傾向と異常の早期発見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4-5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並行運用から本番切替へ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143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508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並行運用（2〜4週間）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1168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対象ラインでExcelとの二重入力を期間限定で行う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終了日を最初に決めておく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毎週、JUST.DBとExcelの集計を突き合わせる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差があれば原因（入力ルール・計算式）をつぶす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入力ルールを1枚のマニュアルにまとめる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14300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143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08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本番切替と過去データ移行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01168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切替日を決め「Excel入力はこの日で終わり」と宣言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Excelは読み取り専用にして保管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過去データは必要な期間だけ（例：直近1年）移す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表記ゆれはマスタのコードに直してからCSVで取り込む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全期間を無理に移す必要はない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2377440"/>
            <a:ext cx="512064" cy="365760"/>
          </a:xfrm>
          <a:prstGeom prst="rightArrow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6-7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閲覧方法を整え、他ラインへ広げる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6　閲覧とExcel連携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8988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3898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毎日の確認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32588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一覧・集計・グラフのブックマークを配る（例：今日の日報／今月の設備別集計）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04825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0482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Excelで分析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198424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CSV出力を使う。ピボット入りの定型Excelを用意し、CSVを差し替えるだけで更新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70662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7A8B96"/>
          </a:solidFill>
          <a:ln w="12700">
            <a:solidFill>
              <a:srgbClr val="7A8B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7066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さらに自動化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264261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JUST.DBのAPI連携で自動取得（情報システム担当と相談。最初からは不要）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7　展開と改善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8221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1ラインで1〜2か月安定したら、同じ設計で他ラインへ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37490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0712" y="38221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マスタに設備を追加するだけで済む形が理想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37490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D9EEF0"/>
          </a:solidFill>
          <a:ln w="12700">
            <a:solidFill>
              <a:srgbClr val="D9EE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99632" y="38221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月1回、入力者・閲覧者から「使いにくい点」を集めて改善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成功のための5つのポイント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" cy="5303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9784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9784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1ラインで成功例を作ってから広げる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636776"/>
            <a:ext cx="7498080" cy="0"/>
          </a:xfrm>
          <a:prstGeom prst="line">
            <a:avLst/>
          </a:prstGeom>
          <a:noFill/>
          <a:ln w="9525">
            <a:solidFill>
              <a:srgbClr val="C9D6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530352" cy="530352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37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7099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入力する人を優先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70992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入力が面倒だと定着しない。選択式を増やし、計算はシステムに任せる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8720" y="2368296"/>
            <a:ext cx="7498080" cy="0"/>
          </a:xfrm>
          <a:prstGeom prst="line">
            <a:avLst/>
          </a:prstGeom>
          <a:noFill/>
          <a:ln w="9525">
            <a:solidFill>
              <a:srgbClr val="C9D6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530352" cy="5303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441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マスタで表記をそろえる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4414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これが集計の質を決める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8720" y="3099816"/>
            <a:ext cx="7498080" cy="0"/>
          </a:xfrm>
          <a:prstGeom prst="line">
            <a:avLst/>
          </a:prstGeom>
          <a:noFill/>
          <a:ln w="9525">
            <a:solidFill>
              <a:srgbClr val="C9D6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530352" cy="530352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200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729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二重運用は終わりを決める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1729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終わりがないとExcelに戻ってしまう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3831336"/>
            <a:ext cx="7498080" cy="0"/>
          </a:xfrm>
          <a:prstGeom prst="line">
            <a:avLst/>
          </a:prstGeom>
          <a:noFill/>
          <a:ln w="9525">
            <a:solidFill>
              <a:srgbClr val="C9D6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31920"/>
            <a:ext cx="530352" cy="5303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931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044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権限と修正ルールを決める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39044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誰が入力・修正・削除できるか、確定後の修正はどうするか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今の日報Excel（ダミーデータでも可）があれば、次のものを具体的に作成できます。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234666"/>
          </a:solidFill>
          <a:ln w="12700">
            <a:solidFill>
              <a:srgbClr val="2E55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928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項目の棚卸し表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D3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234666"/>
          </a:solidFill>
          <a:ln w="12700">
            <a:solidFill>
              <a:srgbClr val="2E55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965960"/>
            <a:ext cx="548640" cy="54864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8928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テーブル設計案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D3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234666"/>
          </a:solidFill>
          <a:ln w="12700">
            <a:solidFill>
              <a:srgbClr val="2E55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172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過去データ移行用のCSV整形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63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D3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234666"/>
          </a:solidFill>
          <a:ln w="12700">
            <a:solidFill>
              <a:srgbClr val="2E55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172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CSV差し替え式の分析用Excel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63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D3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操業日報 JUST.DB移行計画</dc:title>
  <dc:subject>PptxGenJS Presentation</dc:subject>
  <dc:creator>PptxGenJS</dc:creator>
  <cp:lastModifiedBy>PptxGenJS</cp:lastModifiedBy>
  <cp:revision>1</cp:revision>
  <dcterms:created xsi:type="dcterms:W3CDTF">2026-09-24T13:06:04Z</dcterms:created>
  <dcterms:modified xsi:type="dcterms:W3CDTF">2026-09-24T13:06:04Z</dcterms:modified>
</cp:coreProperties>
</file>