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概要" id="{d0ba5e8f-e78a-3bbe-d77c-c6394d6e3b07}">
          <p14:sldIdLst>
            <p14:sldId id="256"/>
            <p14:sldId id="257"/>
          </p14:sldIdLst>
        </p14:section>
        <p14:section name="コスト削減・収益改善" id="{b062d020-ec87-f3d9-c2df-9dc83e7a7580}">
          <p14:sldIdLst>
            <p14:sldId id="258"/>
            <p14:sldId id="259"/>
          </p14:sldIdLst>
        </p14:section>
        <p14:section name="DX推進" id="{7d2a7e79-bbd2-4470-e0b0-be107a5aca9f}">
          <p14:sldIdLst>
            <p14:sldId id="260"/>
            <p14:sldId id="261"/>
          </p14:sldIdLst>
        </p14:section>
        <p14:section name="まとめ" id="{ce379431-0a7e-b75c-f4de-995a8dd0088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F4D3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F4D3A"/>
                </a:solidFill>
                <a:latin typeface="+mn-lt"/>
              </a:rPr>
              <a:t>1tあたりの改善額（円）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1tあたりの改善額（円）</c:v>
                </c:pt>
              </c:strCache>
            </c:strRef>
          </c:tx>
          <c:spPr>
            <a:solidFill>
              <a:srgbClr val="2E8B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A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新日本リプラス</c:v>
                  </c:pt>
                  <c:pt idx="1">
                    <c:v>フューチャー</c:v>
                  </c:pt>
                  <c:pt idx="2">
                    <c:v>サニックス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29000</c:v>
                </c:pt>
                <c:pt idx="1">
                  <c:v>3000</c:v>
                </c:pt>
                <c:pt idx="2">
                  <c:v>1000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A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A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この1年間に私が取り組んだ、取引条件の改善によるコスト削減・収益改善と、DX推進の成果についてご報告します。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業務貢献報告｜2025年10月〜2026年9月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業務貢献報告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コスト削減・収益改善とDX推進の成果（2025年10月〜2026年9月）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報告日：2026年10月2日　　所属：　　　　　　氏名：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この1年間の成果（要旨）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取引先との交渉と新規開拓で単価を改善し、DXツールの開発で日常業務の手間を減らしました。</a:t>
            </a:r>
            <a:endParaRPr lang="en-US" sz="1600" dirty="0"/>
          </a:p>
        </p:txBody>
      </p:sp>
      <p:sp>
        <p:nvSpPr>
          <p:cNvPr id="4" name="stat0"/>
          <p:cNvSpPr/>
          <p:nvPr/>
        </p:nvSpPr>
        <p:spPr>
          <a:xfrm>
            <a:off x="548640" y="17830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29</a:t>
            </a:r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 改善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C級パレット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処分→買取へ転換</a:t>
            </a:r>
            <a:endParaRPr lang="en-US" sz="1300" dirty="0"/>
          </a:p>
        </p:txBody>
      </p:sp>
      <p:sp>
        <p:nvSpPr>
          <p:cNvPr id="7" name="stat1"/>
          <p:cNvSpPr/>
          <p:nvPr/>
        </p:nvSpPr>
        <p:spPr>
          <a:xfrm>
            <a:off x="3367735" y="17830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96335" y="2011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+3</a:t>
            </a:r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96335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減容品の販売単価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7円→10円（43%増）</a:t>
            </a:r>
            <a:endParaRPr lang="en-US" sz="1300" dirty="0"/>
          </a:p>
        </p:txBody>
      </p:sp>
      <p:sp>
        <p:nvSpPr>
          <p:cNvPr id="10" name="stat2"/>
          <p:cNvSpPr/>
          <p:nvPr/>
        </p:nvSpPr>
        <p:spPr>
          <a:xfrm>
            <a:off x="6186830" y="17830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15430" y="2011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−1</a:t>
            </a:r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415430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処分費の値下げ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24円→23円</a:t>
            </a:r>
            <a:endParaRPr lang="en-US" sz="1300" dirty="0"/>
          </a:p>
        </p:txBody>
      </p:sp>
      <p:sp>
        <p:nvSpPr>
          <p:cNvPr id="13" name="stat3"/>
          <p:cNvSpPr/>
          <p:nvPr/>
        </p:nvSpPr>
        <p:spPr>
          <a:xfrm>
            <a:off x="9005926" y="178308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4526" y="20116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件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9234526" y="306324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DXツールの開発・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生成AIの業務活用</a:t>
            </a:r>
            <a:endParaRPr lang="en-US" sz="1300" dirty="0"/>
          </a:p>
        </p:txBody>
      </p:sp>
      <p:sp>
        <p:nvSpPr>
          <p:cNvPr id="16" name="pillar0"/>
          <p:cNvSpPr/>
          <p:nvPr/>
        </p:nvSpPr>
        <p:spPr>
          <a:xfrm>
            <a:off x="548640" y="429768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572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572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コスト削減・収益改善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51663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新日本リプラス（新規開拓）・フューチャー・サニックス・太平洋セメントとの取引条件を改善</a:t>
            </a:r>
            <a:endParaRPr lang="en-US" sz="1400" dirty="0"/>
          </a:p>
        </p:txBody>
      </p:sp>
      <p:sp>
        <p:nvSpPr>
          <p:cNvPr id="21" name="pillar1"/>
          <p:cNvSpPr/>
          <p:nvPr/>
        </p:nvSpPr>
        <p:spPr>
          <a:xfrm>
            <a:off x="6172200" y="429768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2" name="Shape 20"/>
          <p:cNvSpPr/>
          <p:nvPr/>
        </p:nvSpPr>
        <p:spPr>
          <a:xfrm>
            <a:off x="6446520" y="45720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132320" y="4572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DX推進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132320" y="5166360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請求書照合の自動化、操業日報ビューワー・配車ビューワーの作成、生成AI（Claude）の業務活用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① コスト削減・収益改善の一覧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4社との取引条件を見直しました。単価の改善は、取り扱い量が増えるほど効果が大きくなります。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011680"/>
                <a:gridCol w="2011680"/>
                <a:gridCol w="19202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取引先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取り組み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変更前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変更後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1tあたりの効果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新日本リプラス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C級パレットの新規開拓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（処分から有価買取へ）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処分費 28円/kg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を支払い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1円/kg で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買い取り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+29,000円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フューチャー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減容品の販売単価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の値上げ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7円/kg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10円/kg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+3,000円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サニックス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処分費の値下げ交渉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24円/kg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23円/kg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+1,000円</a:t>
                      </a:r>
                      <a:endParaRPr lang="en-US" sz="18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太平洋セメント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受け入れ量の拡大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—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受け入れ量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A26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大幅増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処理先の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8B6E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安定確保</a:t>
                      </a:r>
                      <a:endParaRPr lang="en-US" sz="14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1tあたりの効果＝単価の差×1,000kg。年間の効果額は「年間の取り扱い量（t）× 1tあたりの効果」で計算できます。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最大の成果：C級パレットを「費用」から「収入」へ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新日本リプラスを新たに開拓し、処分費を払って出していたC級パレットを買い取ってもらう形に変えました。</a:t>
            </a:r>
            <a:endParaRPr lang="en-US" sz="1600" dirty="0"/>
          </a:p>
        </p:txBody>
      </p:sp>
      <p:sp>
        <p:nvSpPr>
          <p:cNvPr id="4" name="before"/>
          <p:cNvSpPr/>
          <p:nvPr/>
        </p:nvSpPr>
        <p:spPr>
          <a:xfrm>
            <a:off x="548640" y="1874520"/>
            <a:ext cx="246888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これまで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−28</a:t>
            </a:r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処分費を支払う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0" y="2651760"/>
            <a:ext cx="365760" cy="54864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9" name="after"/>
          <p:cNvSpPr/>
          <p:nvPr/>
        </p:nvSpPr>
        <p:spPr>
          <a:xfrm>
            <a:off x="3749040" y="1874520"/>
            <a:ext cx="2468880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49040" y="20574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現在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2468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</a:t>
            </a:r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円/kg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37490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買い取ってもらう</a:t>
            </a:r>
            <a:endParaRPr lang="en-US" sz="1400" dirty="0"/>
          </a:p>
        </p:txBody>
      </p:sp>
      <p:sp>
        <p:nvSpPr>
          <p:cNvPr id="13" name="impact"/>
          <p:cNvSpPr/>
          <p:nvPr/>
        </p:nvSpPr>
        <p:spPr>
          <a:xfrm>
            <a:off x="548640" y="4251960"/>
            <a:ext cx="56692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43484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1kgあたり29円、1tあたり29,000円の改善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支払っていた処分費がなくなり、わずかでも売上が立つようになりました。取引先を自ら探して交渉し、新しい出し先を確保したことによる成果です。</a:t>
            </a:r>
            <a:endParaRPr lang="en-US" sz="17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583680" y="1783080"/>
          <a:ext cx="502920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② DX推進：4つの取り組み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手作業や「ファイルを開かないと分からない」状態を減らすため、ツールを自ら作り、現場で使える形にしました。</a:t>
            </a:r>
            <a:endParaRPr lang="en-US" sz="1600" dirty="0"/>
          </a:p>
        </p:txBody>
      </p:sp>
      <p:sp>
        <p:nvSpPr>
          <p:cNvPr id="4" name="dx0"/>
          <p:cNvSpPr/>
          <p:nvPr/>
        </p:nvSpPr>
        <p:spPr>
          <a:xfrm>
            <a:off x="548640" y="18288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031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03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請求書照合の自動化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6974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運送会社の請求書（PDF）を読み取り、自社の出荷データ・契約運賃表と自動で突き合わせ。食い違いだけを「要確認」として一覧化</a:t>
            </a:r>
            <a:endParaRPr lang="en-US" sz="1400" dirty="0"/>
          </a:p>
        </p:txBody>
      </p:sp>
      <p:sp>
        <p:nvSpPr>
          <p:cNvPr id="9" name="dx1"/>
          <p:cNvSpPr/>
          <p:nvPr/>
        </p:nvSpPr>
        <p:spPr>
          <a:xfrm>
            <a:off x="6172200" y="182880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21031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2103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操業日報ビューワー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269748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操業日報のデータを画面で見やすく確認できるようにし、日報ファイルを探して開く手間を削減</a:t>
            </a:r>
            <a:endParaRPr lang="en-US" sz="1400" dirty="0"/>
          </a:p>
        </p:txBody>
      </p:sp>
      <p:sp>
        <p:nvSpPr>
          <p:cNvPr id="14" name="dx2"/>
          <p:cNvSpPr/>
          <p:nvPr/>
        </p:nvSpPr>
        <p:spPr>
          <a:xfrm>
            <a:off x="548640" y="402336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4297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配車ビューワー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89204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配車の状況を一覧で確認できるようにし、関係者の間で情報を共有しやすくした</a:t>
            </a:r>
            <a:endParaRPr lang="en-US" sz="1400" dirty="0"/>
          </a:p>
        </p:txBody>
      </p:sp>
      <p:sp>
        <p:nvSpPr>
          <p:cNvPr id="19" name="dx3"/>
          <p:cNvSpPr/>
          <p:nvPr/>
        </p:nvSpPr>
        <p:spPr>
          <a:xfrm>
            <a:off x="6172200" y="4023360"/>
            <a:ext cx="54406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2976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0" y="42976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生成AI（Claude）の活用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0" y="489204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ツール開発・資料作成・毎月の定型作業の手順化にAIを活用し、少人数・短期間での開発を実現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請求書照合の自動化：しくみ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毎月3つのファイルを入れてボタンを押すだけで、請求内容と契約単価・出荷実績の食い違いが分かります。</a:t>
            </a:r>
            <a:endParaRPr lang="en-US" sz="1600" dirty="0"/>
          </a:p>
        </p:txBody>
      </p:sp>
      <p:sp>
        <p:nvSpPr>
          <p:cNvPr id="4" name="flow0"/>
          <p:cNvSpPr/>
          <p:nvPr/>
        </p:nvSpPr>
        <p:spPr>
          <a:xfrm>
            <a:off x="548640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3ファイルを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まとめて投入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請求書PDF・出荷データ・契約運賃表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99816" y="2468880"/>
            <a:ext cx="228600" cy="45720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8" name="flow1"/>
          <p:cNvSpPr/>
          <p:nvPr/>
        </p:nvSpPr>
        <p:spPr>
          <a:xfrm>
            <a:off x="3413455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96335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自動で読み取り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96335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画像のPDFも文字認識（OCR）で読み取る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64631" y="2468880"/>
            <a:ext cx="228600" cy="45720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2" name="flow2"/>
          <p:cNvSpPr/>
          <p:nvPr/>
        </p:nvSpPr>
        <p:spPr>
          <a:xfrm>
            <a:off x="6278270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150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自動で突き合わせ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61150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契約単価・自社の出荷実績と照合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829446" y="2468880"/>
            <a:ext cx="228600" cy="457200"/>
          </a:xfrm>
          <a:prstGeom prst="chevron">
            <a:avLst/>
          </a:prstGeom>
          <a:solidFill>
            <a:schemeClr val="accent4"/>
          </a:solidFill>
          <a:ln/>
        </p:spPr>
      </p:sp>
      <p:sp>
        <p:nvSpPr>
          <p:cNvPr id="16" name="flow3"/>
          <p:cNvSpPr/>
          <p:nvPr/>
        </p:nvSpPr>
        <p:spPr>
          <a:xfrm>
            <a:off x="9143086" y="1828800"/>
            <a:ext cx="246888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325966" y="20116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「要確認」を一覧化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325966" y="27889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運送会社への確認材料に。CSVで記録</a:t>
            </a:r>
            <a:endParaRPr lang="en-US" sz="1200" dirty="0"/>
          </a:p>
        </p:txBody>
      </p:sp>
      <p:sp>
        <p:nvSpPr>
          <p:cNvPr id="19" name="pt0"/>
          <p:cNvSpPr/>
          <p:nvPr/>
        </p:nvSpPr>
        <p:spPr>
          <a:xfrm>
            <a:off x="548640" y="3977640"/>
            <a:ext cx="35661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977640"/>
            <a:ext cx="3566160" cy="1737360"/>
          </a:xfrm>
          <a:prstGeom prst="roundRect">
            <a:avLst>
              <a:gd name="adj" fmla="val 6316"/>
            </a:avLst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2960" y="420624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206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照合の見落としを防ぐ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1件ずつ目で追う作業を、食い違いだけ確認する作業に変えた</a:t>
            </a:r>
            <a:endParaRPr lang="en-US" sz="1400" dirty="0"/>
          </a:p>
        </p:txBody>
      </p:sp>
      <p:sp>
        <p:nvSpPr>
          <p:cNvPr id="25" name="pt1"/>
          <p:cNvSpPr/>
          <p:nvPr/>
        </p:nvSpPr>
        <p:spPr>
          <a:xfrm>
            <a:off x="4297680" y="3977640"/>
            <a:ext cx="35661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26" name="Shape 24"/>
          <p:cNvSpPr/>
          <p:nvPr/>
        </p:nvSpPr>
        <p:spPr>
          <a:xfrm>
            <a:off x="4297680" y="3977640"/>
            <a:ext cx="3566160" cy="1737360"/>
          </a:xfrm>
          <a:prstGeom prst="roundRect">
            <a:avLst>
              <a:gd name="adj" fmla="val 6316"/>
            </a:avLst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5120640" y="4206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情報を外に出さない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ブラウザの中だけで動き、請求金額などのデータを外部に送らない設計</a:t>
            </a:r>
            <a:endParaRPr lang="en-US" sz="1400" dirty="0"/>
          </a:p>
        </p:txBody>
      </p:sp>
      <p:sp>
        <p:nvSpPr>
          <p:cNvPr id="31" name="pt2"/>
          <p:cNvSpPr/>
          <p:nvPr/>
        </p:nvSpPr>
        <p:spPr>
          <a:xfrm>
            <a:off x="8046720" y="3977640"/>
            <a:ext cx="3566160" cy="1737360"/>
          </a:xfrm>
          <a:prstGeom prst="roundRect">
            <a:avLst>
              <a:gd name="adj" fmla="val 6316"/>
            </a:avLst>
          </a:prstGeom>
          <a:solidFill>
            <a:schemeClr val="bg1"/>
          </a:solidFill>
          <a:ln/>
        </p:spPr>
      </p:sp>
      <p:sp>
        <p:nvSpPr>
          <p:cNvPr id="32" name="Shape 30"/>
          <p:cNvSpPr/>
          <p:nvPr/>
        </p:nvSpPr>
        <p:spPr>
          <a:xfrm>
            <a:off x="8046720" y="3977640"/>
            <a:ext cx="3566160" cy="1737360"/>
          </a:xfrm>
          <a:prstGeom prst="roundRect">
            <a:avLst>
              <a:gd name="adj" fmla="val 6316"/>
            </a:avLst>
          </a:prstGeom>
          <a:ln w="19050">
            <a:solidFill>
              <a:schemeClr val="accent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206240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206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869680" y="42062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毎月そのまま使える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48006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対象月の自動選択など、毎月の運用手順まで整えて定着させた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まとめと今後の取り組み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「取引条件の改善」と「仕組みづくり」の両面で、会社の収益と業務効率に貢献しました。</a:t>
            </a:r>
            <a:endParaRPr lang="en-US" sz="1600" dirty="0"/>
          </a:p>
        </p:txBody>
      </p:sp>
      <p:sp>
        <p:nvSpPr>
          <p:cNvPr id="4" name="done"/>
          <p:cNvSpPr/>
          <p:nvPr/>
        </p:nvSpPr>
        <p:spPr>
          <a:xfrm>
            <a:off x="548640" y="1783080"/>
            <a:ext cx="5394960" cy="4343400"/>
          </a:xfrm>
          <a:prstGeom prst="roundRect">
            <a:avLst>
              <a:gd name="adj" fmla="val 2526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この1年間の成果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0604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新規開拓でC級パレットを処分から買取へ（29円/kg改善）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減容品の販売単価を7円→10円/kgに値上げ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処分費を24円→23円/kgに値下げ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太平洋セメントの受け入れ量を大幅に拡大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請求書照合の自動化、2つのビューワーを作成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生成AIを業務に取り入れ、開発を短期間で実現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8288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今後の取り組み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24688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2423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効果額の見える化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28803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取り扱い量をもとに年間の効果額を集計し、毎月追えるようにする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37033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36576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ツールの定着と展開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照合ツール・ビューワーを他の運送会社や他の業務にも広げる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49377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0936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4892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さらなる条件改善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53492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処分費・販売単価の見直しと、新たな出し先の開拓を続ける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odjob Green">
  <a:themeElements>
    <a:clrScheme name="Goodjob Green">
      <a:dk1>
        <a:srgbClr val="1E2A26"/>
      </a:dk1>
      <a:lt1>
        <a:srgbClr val="FFFFFF"/>
      </a:lt1>
      <a:dk2>
        <a:srgbClr val="1F4D3A"/>
      </a:dk2>
      <a:lt2>
        <a:srgbClr val="EAF4EF"/>
      </a:lt2>
      <a:accent1>
        <a:srgbClr val="1F4D3A"/>
      </a:accent1>
      <a:accent2>
        <a:srgbClr val="2E8B6E"/>
      </a:accent2>
      <a:accent3>
        <a:srgbClr val="E07A2E"/>
      </a:accent3>
      <a:accent4>
        <a:srgbClr val="8FC1A9"/>
      </a:accent4>
      <a:accent5>
        <a:srgbClr val="5E6B66"/>
      </a:accent5>
      <a:accent6>
        <a:srgbClr val="C9DDD3"/>
      </a:accent6>
      <a:hlink>
        <a:srgbClr val="2E8B6E"/>
      </a:hlink>
      <a:folHlink>
        <a:srgbClr val="5E6B66"/>
      </a:folHlink>
    </a:clrScheme>
    <a:fontScheme name="Goodjob Green">
      <a:majorFont>
        <a:latin typeface="Meiryo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業務貢献報告</dc:title>
  <dc:subject>PptxGenJS Presentation</dc:subject>
  <dc:creator/>
  <cp:lastModifiedBy/>
  <cp:revision>1</cp:revision>
  <dcterms:created xsi:type="dcterms:W3CDTF">2026-10-02T15:59:00Z</dcterms:created>
  <dcterms:modified xsi:type="dcterms:W3CDTF">2026-10-02T15:59:00Z</dcterms:modified>
</cp:coreProperties>
</file>